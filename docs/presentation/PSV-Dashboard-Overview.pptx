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82296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PSV Compliance Tracking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CE7E7"/>
                </a:solidFill>
              </a:defRPr>
            </a:pPr>
            <a:r>
              <a:t>Texas A&amp;M University · Utilities &amp; Energy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8C4C4"/>
                </a:solidFill>
              </a:defRPr>
            </a:pPr>
            <a:r>
              <a:t>Reliability &amp; Compliance · Pressure Safety Valve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CE7E7"/>
                </a:solidFill>
              </a:defRPr>
            </a:pPr>
            <a:r>
              <a:t>reliability-and-compliance-dashboar.vercel.app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Track every Pressure Safety Valve (PSV) across the plant in one place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Know which valves are installed, in inventory, or out for service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Automatically calculate 3-year recertification due dates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Surface overdue and upcoming-due valves before compliance gaps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Single source of truth for audits, swaps, and Excel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Data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Site → Equipment → Location → PSV (serial number)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Equipment: boilers, HRSGs, vessels, and other protected assets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Location: each relief-valve mounting point on that equipment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PSV: serial number, inventory ID, datasheet, status &amp;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Typical location: one installed valve + one spare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Dashboard — Site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KPI cards (Total, Installed, Out for Service, Overdue, Compliant %), equipment grid, and urgency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Clickable KPI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kpi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Click any KPI to open a compact list with serial, inventory ID, equipment, location, status, due date, and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Equipment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Scoped KPIs, location list with inventory ID and installed valve due dates, urgency/history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Location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PSV faceplates for installed valve and spare with quick status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PSV Detail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psv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Datasheet, inventory ID, compliance facts, side-by-side status history and repair/overhaul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Compliance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Due date = last install date + 3 years (or last on-site service for no-spare valves)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Due Soon: within 90 days of recert due date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Overdue: past the due date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Compliant % = (compliant + due soon) ÷ monitored installed valves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Inventory / out-for-service spares excluded until installed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Excel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Download Excel Report → PSV-Full-Report-*.xlsx (5 sheets)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All PSVs  2. Installed  3. Out for Service  4. Overdue  5. Upcoming Due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Full register columns: equipment, location, serial, inventory ID, datasheet, dates, compliance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Separate from PSV-Import-Template.xlsx (blank template for adding new rows)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Key Enhancements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Inventory ID on PSVs, locations, KPI modal, and all Excel exports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Repair / overhaul history separate from status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Status history shows install/inventory changes only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Clickable KPI cards with wider detail modal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Compliant % includes due-soon valves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Excel export rebuilt with 5 focused sheets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Where to Find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Live app: reliability-and-compliance-dashboar.vercel.app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This presentation: docs/presentation/PSV-Dashboard-Overview.pptx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GitHub repo: PSV-Compliance-Tracking-Dashboard (main branch)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Regenerate deck: python3 scripts/generate_dashboard_ppt.py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Refresh screenshots: npm run preview then node scripts/capture-presentation-screenshots.mjs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0000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PSV Compliance Tracking Dashboard · Texas A&amp;M 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