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PSV Compliance Tracking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CE7E7"/>
                </a:solidFill>
              </a:defRPr>
            </a:pPr>
            <a:r>
              <a:t>Texas A&amp;M University · Utilities &amp; Energy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8C4C4"/>
                </a:solidFill>
              </a:defRPr>
            </a:pPr>
            <a:r>
              <a:t>Reliability &amp; Compliance · Pressure Safety Valve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Track every Pressure Safety Valve (PSV) across the plant in one place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Know which valves are installed, in inventory, or out for service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Automatically calculate 3-year recertification due dates from install/service history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Surface overdue and upcoming-due valves before they become compliance gaps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Give operators a single source of truth for audits, swaps, and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Data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Site → Equipment → Location → PSV (serial number)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Equipment: boilers, HRSGs, vessels, and other protected assets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Location: each physical relief-valve mounting point on that equipment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PSV: individual valve identified by serial number, with datasheet &amp; history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Typical location has two valves: one installed + one spare (inventory or OOS)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Dashboard (Front Page)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Site-wide KPI cards: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Total PSVs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Installed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Out for Service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Overdue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Compliant %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Equipment grid with quick navigation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Urgency panel: due dates &amp; status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Click any KPI card to filter valves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Compact modal lists matching PSVs with: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Serial number &amp; tag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Inventory ID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Equipment &amp; location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Status, due date, compliance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Click a row to open full PSV 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Equipment &amp; Location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Equipment page: scoped KPIs, location list, and urgency/history panel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Each location row shows name, tag, inventory ID, installed valve, and due date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Location page: faceplate cards for every PSV at that mounting point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Quick status toggles (Installed / Out for Service / Inventory) with dated history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Add/edit equipment, locations, and PSVs from the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PSV Detail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Header: serial, inventory ID, tag, status, compliance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Key facts: last install/service, recert due, days remaining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Full datasheet: make, model, set pressure,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capacity, sizes, service medium, NB number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Export single-PSV Excel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Status History (left panel):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install / out-for-service / inventory changes only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Repair / Overhaul History (right panel):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separate log for shop work, vendor, work orders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Both panels side-by-side with add/edit/delete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Compliance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Due date = last install date + 3 years (or last on-site service date for no-spare valves)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Due Soon: within 90 days of recert due date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Overdue: past the due date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Compliant % = (compliant + due soon) ÷ monitored installed valves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Inventory and out-for-service spares do not count against the live compliance rate until installed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Excel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Download Excel Report from the dashboard or Data menu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File: PSV-Full-Report-*.xlsx (5 sheets)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All PSVs — complete register with datasheet &amp; compliance fields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Installed — currently installed valves only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Out for Service — valves at vendor / recertification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4. Overdue — past-due valves sorted by urgency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5. Upcoming Due — due within 90 days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Includes Inventory ID on every row · Equipment-scoped export also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Import: Excel/CSV template for bulk PSV entry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Equipment &amp; locations auto-created from names/tags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JSON backup for full lossless restore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Cloud mode (Supabase):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shared live dataset for the whole team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real-time sync across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Local mode: browser storage for dev/demo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Simple login gate for access control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Production URL: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reliability-and-compliance-dashboar.vercel.app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Deployed via Vercel from GitHub main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Frontend: React 18 + TypeScript + Vite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Styling: Tailwind CSS (Texas A&amp;M maroon theme)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Routing: React Router · Icons: Lucide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State: React Context with localStorage persistence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Cloud: Supabase (auth + shared JSON state + realtime)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Excel: SheetJS (xlsx) loaded on demand for exports/imports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Hosting: Vercel static deployment with SPA routing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Key Enhancements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2743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Inventory ID field — tracked on PSVs, locations, KPI modal, and all Excel exports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Repair / overhaul history — separate from install/status history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Status history filtered to status changes only (no datasheet noise)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Clickable KPI cards with compact filter modal and wider detail columns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Compliant % calculation fixed to include due-soon valves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Excel export rebuilt: 5 focused sheets, distinct from import template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Simplified location cards and side-by-side history panels on PSV detail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500000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PSV Compliance Tracking Dashboard · Texas A&amp;M 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